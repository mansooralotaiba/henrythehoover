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554480"/>
            <a:ext cx="1554480" cy="329184"/>
          </a:xfrm>
          <a:prstGeom prst="rect">
            <a:avLst/>
          </a:prstGeom>
          <a:solidFill>
            <a:srgbClr val="0E2734"/>
          </a:solidFill>
          <a:ln w="9525">
            <a:solidFill>
              <a:srgbClr val="00D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LIVE · v2026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spc="800" kern="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HENRY</a:t>
            </a:r>
            <a:endParaRPr lang="en-US" sz="11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6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HOOVER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4023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600" kern="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FUTURES TRADING TERMINAL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4846320"/>
            <a:ext cx="3657600" cy="7772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4846320"/>
            <a:ext cx="64008" cy="7772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9377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AUTONOMOUS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51937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AI scanning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70832" y="4846320"/>
            <a:ext cx="3657600" cy="7772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0832" y="4846320"/>
            <a:ext cx="64008" cy="77724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12" y="49377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CONCURRENT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53712" y="51937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Multi-pair parallel scan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4846320"/>
            <a:ext cx="3657600" cy="7772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4846320"/>
            <a:ext cx="64008" cy="777240"/>
          </a:xfrm>
          <a:prstGeom prst="rect">
            <a:avLst/>
          </a:prstGeom>
          <a:solidFill>
            <a:srgbClr val="FFB830"/>
          </a:solidFill>
          <a:ln w="12700">
            <a:solidFill>
              <a:srgbClr val="FFB83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75904" y="49377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CONFLUENCE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375904" y="51937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layered data sources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9525">
            <a:solidFill>
              <a:srgbClr val="2A33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henrythehoover.com  ·  Powered by Claude Sonnet 4.6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▎ 02 /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Henry?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737360"/>
            <a:ext cx="6217920" cy="42062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37360"/>
            <a:ext cx="64008" cy="42062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9202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AI trading assistant.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33172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Henry scans futures markets </a:t>
            </a:r>
            <a:pPr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generates trade signals using </a:t>
            </a:r>
            <a:pPr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4.6</a:t>
            </a:r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monitors entries and exits in real time. Everything is posted to Discord and pushed to your phone.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3520440"/>
            <a:ext cx="5852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Runs server-side — no browser needed.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Built on Claude Sonnet 4.6 with custom prompts.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11 layered data sources per signal.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Multi-exchange routing for clean prints.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949440" y="1737360"/>
            <a:ext cx="2286000" cy="1280160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1737360"/>
            <a:ext cx="64008" cy="128016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0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PAIRS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0" y="212140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9418320" y="1737360"/>
            <a:ext cx="2286000" cy="1280160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18320" y="1737360"/>
            <a:ext cx="64008" cy="128016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0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EXCHANGES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601200" y="212140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949440" y="3154680"/>
            <a:ext cx="2286000" cy="1280160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49440" y="3154680"/>
            <a:ext cx="64008" cy="1280160"/>
          </a:xfrm>
          <a:prstGeom prst="rect">
            <a:avLst/>
          </a:prstGeom>
          <a:solidFill>
            <a:srgbClr val="FFB830"/>
          </a:solidFill>
          <a:ln w="12700">
            <a:solidFill>
              <a:srgbClr val="FFB8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0" y="32918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SRC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132320" y="353872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B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418320" y="3154680"/>
            <a:ext cx="2286000" cy="1280160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0" y="3154680"/>
            <a:ext cx="64008" cy="12801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0" y="32918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601200" y="353872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v4.6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949440" y="4572000"/>
            <a:ext cx="4754880" cy="137160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49440" y="4572000"/>
            <a:ext cx="64008" cy="137160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0" y="46634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MULTI-EXCHANGE ROUTING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32320" y="4937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Weex  ·  Binance Futures  ·  Hyperliquid  ·  Polygon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132320" y="53035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BTC · ETH · SOL · XRP · DOGE · AVAX · AAVE · PEPE · GOLD · BNB · ADA · DOT · LINK · SUI · ARB · OP · NEAR · INJ · XAUT · XAG · XTI · XBR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6473952"/>
            <a:ext cx="11430000" cy="0"/>
          </a:xfrm>
          <a:prstGeom prst="line">
            <a:avLst/>
          </a:prstGeom>
          <a:noFill/>
          <a:ln w="9525">
            <a:solidFill>
              <a:srgbClr val="2A334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HENRY THE HOOVER · henrythehoover.com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064240" y="6510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▎ 03 / 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trading doesn't scale.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1828800"/>
            <a:ext cx="3657600" cy="16916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29768" y="1828800"/>
            <a:ext cx="64008" cy="1691640"/>
          </a:xfrm>
          <a:prstGeom prst="rect">
            <a:avLst/>
          </a:prstGeom>
          <a:solidFill>
            <a:srgbClr val="FF4466"/>
          </a:solidFill>
          <a:ln w="12700">
            <a:solidFill>
              <a:srgbClr val="FF44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99339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markets, finite humans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24688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never closes. Watching multiple pairs around the clock burns out even disciplined traders.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51960" y="1828800"/>
            <a:ext cx="3657600" cy="16916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1828800"/>
            <a:ext cx="64008" cy="1691640"/>
          </a:xfrm>
          <a:prstGeom prst="rect">
            <a:avLst/>
          </a:prstGeom>
          <a:solidFill>
            <a:srgbClr val="FF4466"/>
          </a:solidFill>
          <a:ln w="12700">
            <a:solidFill>
              <a:srgbClr val="FF44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99339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“AI signal” services are shallow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80560" y="24688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are generic prompts on cheap models with zero market context. No HTF, no order flow, no news.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74152" y="1828800"/>
            <a:ext cx="3657600" cy="16916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74152" y="1828800"/>
            <a:ext cx="64008" cy="1691640"/>
          </a:xfrm>
          <a:prstGeom prst="rect">
            <a:avLst/>
          </a:prstGeom>
          <a:solidFill>
            <a:srgbClr val="FFB830"/>
          </a:solidFill>
          <a:ln w="12700">
            <a:solidFill>
              <a:srgbClr val="FFB8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02752" y="199339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Setups missed during sleep &amp; work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02752" y="24688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trigger of the day rarely fires when you're staring at the chart.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9768" y="3685032"/>
            <a:ext cx="3657600" cy="16916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9768" y="3685032"/>
            <a:ext cx="64008" cy="1691640"/>
          </a:xfrm>
          <a:prstGeom prst="rect">
            <a:avLst/>
          </a:prstGeom>
          <a:solidFill>
            <a:srgbClr val="FFB830"/>
          </a:solidFill>
          <a:ln w="12700">
            <a:solidFill>
              <a:srgbClr val="FFB83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849624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 &amp; validation is hard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432511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a prompt or rule and proving it improved anything? Almost no one actually measures it.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251960" y="3685032"/>
            <a:ext cx="3657600" cy="16916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1960" y="3685032"/>
            <a:ext cx="64008" cy="16916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3849624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management is bolted-on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480560" y="432511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signal services hand you an entry. You're left to size, breakeven, and circuit-break manually.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5632704"/>
            <a:ext cx="11064240" cy="640080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5632704"/>
            <a:ext cx="64008" cy="640080"/>
          </a:xfrm>
          <a:prstGeom prst="rect">
            <a:avLst/>
          </a:prstGeom>
          <a:solidFill>
            <a:srgbClr val="FF4466"/>
          </a:solidFill>
          <a:ln w="12700">
            <a:solidFill>
              <a:srgbClr val="FF44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5632704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The result: missed opportunities, stale prompts, and uncontrolled drawdowns.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6473952"/>
            <a:ext cx="11430000" cy="0"/>
          </a:xfrm>
          <a:prstGeom prst="line">
            <a:avLst/>
          </a:prstGeom>
          <a:noFill/>
          <a:ln w="9525">
            <a:solidFill>
              <a:srgbClr val="2A33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HENRY THE HOOVER · henrythehoover.com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64240" y="6510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▎ 04 / THE 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always-on AI co-pilot with real risk controls.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1783080"/>
            <a:ext cx="3657600" cy="16916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29768" y="1783080"/>
            <a:ext cx="64008" cy="16916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78408" y="194767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server-side scanning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244144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pair, every 30s, in parallel. Browser closed? Henry keeps working.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51960" y="1783080"/>
            <a:ext cx="3657600" cy="16916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960" y="1783080"/>
            <a:ext cx="64008" cy="16916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00600" y="194767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Pre-AI confluence filter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244144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cheap score gates the expensive AI call. Cuts ~40% of weak triggers before spending tokens.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74152" y="1783080"/>
            <a:ext cx="3657600" cy="16916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74152" y="1783080"/>
            <a:ext cx="64008" cy="169164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57032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22792" y="194767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11-source AI prompt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02752" y="244144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signal sees HTF, BTC/DXY, funding, OI, liquidity, footprint, CVD, broker spread, news, calendar, and the trigger itself.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" y="3639312"/>
            <a:ext cx="3657600" cy="16916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9768" y="3639312"/>
            <a:ext cx="64008" cy="169164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" y="3803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78408" y="3803904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trade lifecycle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8368" y="42976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watcher → BE alert → TP/SL → expiry. All tracked server-side and reconciled with Supabase.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51960" y="3639312"/>
            <a:ext cx="3657600" cy="16916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51960" y="3639312"/>
            <a:ext cx="64008" cy="1691640"/>
          </a:xfrm>
          <a:prstGeom prst="rect">
            <a:avLst/>
          </a:prstGeom>
          <a:solidFill>
            <a:srgbClr val="FFB830"/>
          </a:solidFill>
          <a:ln w="12700">
            <a:solidFill>
              <a:srgbClr val="FFB83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34840" y="3803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800600" y="3803904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circuit breaker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480560" y="42976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SLs on a pair? It's paused for 6 hours. Three across the board? 2-hour global cool-off.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74152" y="3639312"/>
            <a:ext cx="3657600" cy="16916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74152" y="3639312"/>
            <a:ext cx="64008" cy="1691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57032" y="3803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622792" y="3803904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 + push notifications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02752" y="42976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embeds for triggers, BE moves, outcomes. Phone push on entry / TP / SL — even with the app closed.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6473952"/>
            <a:ext cx="11430000" cy="0"/>
          </a:xfrm>
          <a:prstGeom prst="line">
            <a:avLst/>
          </a:prstGeom>
          <a:noFill/>
          <a:ln w="9525">
            <a:solidFill>
              <a:srgbClr val="2A334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HENRY THE HOOVER · henrythehoover.com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064240" y="6510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▎ 05 /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828800"/>
            <a:ext cx="3703320" cy="42062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28800"/>
            <a:ext cx="64008" cy="42062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965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703320" cy="42062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43400" y="1828800"/>
            <a:ext cx="64008" cy="420624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965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E5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229600" y="1828800"/>
            <a:ext cx="3703320" cy="42062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828800"/>
            <a:ext cx="64008" cy="4206240"/>
          </a:xfrm>
          <a:prstGeom prst="rect">
            <a:avLst/>
          </a:prstGeom>
          <a:solidFill>
            <a:srgbClr val="FFB830"/>
          </a:solidFill>
          <a:ln w="12700">
            <a:solidFill>
              <a:srgbClr val="FFB8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0" y="1965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B8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85800" y="2377440"/>
            <a:ext cx="3246120" cy="566928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377440"/>
            <a:ext cx="54864" cy="56692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4231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267004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vanilla JS · LightweightCharts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5800" y="3090672"/>
            <a:ext cx="3246120" cy="566928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090672"/>
            <a:ext cx="54864" cy="56692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1363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analysis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33832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ad-hoc signal generation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85800" y="3803904"/>
            <a:ext cx="3246120" cy="566928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3803904"/>
            <a:ext cx="54864" cy="56692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84962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dash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409651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/performance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85800" y="4517136"/>
            <a:ext cx="3246120" cy="566928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5800" y="4517136"/>
            <a:ext cx="54864" cy="56692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56285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 mode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480974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/backtest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5230368"/>
            <a:ext cx="3246120" cy="566928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5800" y="5230368"/>
            <a:ext cx="54864" cy="56692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27608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/ Web Push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552297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 notifications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0" y="2377440"/>
            <a:ext cx="3246120" cy="566928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0" y="2377440"/>
            <a:ext cx="54864" cy="56692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24231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server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709160" y="267004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22 · Railway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0" y="3090672"/>
            <a:ext cx="3246120" cy="566928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0" y="3090672"/>
            <a:ext cx="54864" cy="56692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09160" y="31363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Auto-scan engine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709160" y="33832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30s × N pairs · parallel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0" y="3803904"/>
            <a:ext cx="3246120" cy="566928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0" y="3803904"/>
            <a:ext cx="54864" cy="56692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09160" y="384962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monitor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709160" y="409651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 → BE → TP/SL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0" y="4517136"/>
            <a:ext cx="3246120" cy="566928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72000" y="4517136"/>
            <a:ext cx="54864" cy="56692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09160" y="456285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multiplexer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709160" y="480974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prices to browser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72000" y="5230368"/>
            <a:ext cx="3246120" cy="566928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72000" y="5230368"/>
            <a:ext cx="54864" cy="56692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09160" y="527608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client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709160" y="552297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 + signal history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458200" y="2377440"/>
            <a:ext cx="3246120" cy="566928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58200" y="2377440"/>
            <a:ext cx="54864" cy="5669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595360" y="24231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8595360" y="267004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Sonnet 4.6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8458200" y="3090672"/>
            <a:ext cx="3246120" cy="566928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458200" y="3090672"/>
            <a:ext cx="54864" cy="56692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595360" y="31363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Weex / Binance / HL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595360" y="33832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candles · funding · OI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8458200" y="3803904"/>
            <a:ext cx="3246120" cy="566928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458200" y="3803904"/>
            <a:ext cx="54864" cy="566928"/>
          </a:xfrm>
          <a:prstGeom prst="rect">
            <a:avLst/>
          </a:prstGeom>
          <a:solidFill>
            <a:srgbClr val="FFB830"/>
          </a:solidFill>
          <a:ln w="12700">
            <a:solidFill>
              <a:srgbClr val="FFB83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595360" y="384962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8595360" y="409651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DXY · Gold context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8458200" y="4517136"/>
            <a:ext cx="3246120" cy="566928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58200" y="4517136"/>
            <a:ext cx="54864" cy="56692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595360" y="456285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 webhooks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595360" y="480974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 / status / journal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8458200" y="5230368"/>
            <a:ext cx="3246120" cy="566928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458200" y="5230368"/>
            <a:ext cx="54864" cy="566928"/>
          </a:xfrm>
          <a:prstGeom prst="rect">
            <a:avLst/>
          </a:prstGeom>
          <a:solidFill>
            <a:srgbClr val="7A8390"/>
          </a:solidFill>
          <a:ln w="12700">
            <a:solidFill>
              <a:srgbClr val="7A839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595360" y="527608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8595360" y="552297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subscription billing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4160520" y="2679192"/>
            <a:ext cx="182880" cy="0"/>
          </a:xfrm>
          <a:prstGeom prst="line">
            <a:avLst/>
          </a:prstGeom>
          <a:noFill/>
          <a:ln w="15875">
            <a:solidFill>
              <a:srgbClr val="00D4FF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4343400" y="2788920"/>
            <a:ext cx="-182880" cy="0"/>
          </a:xfrm>
          <a:prstGeom prst="line">
            <a:avLst/>
          </a:prstGeom>
          <a:noFill/>
          <a:ln w="15875">
            <a:solidFill>
              <a:srgbClr val="00D4FF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046720" y="2679192"/>
            <a:ext cx="182880" cy="0"/>
          </a:xfrm>
          <a:prstGeom prst="line">
            <a:avLst/>
          </a:prstGeom>
          <a:noFill/>
          <a:ln w="15875">
            <a:solidFill>
              <a:srgbClr val="00D4FF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8229600" y="2788920"/>
            <a:ext cx="-182880" cy="0"/>
          </a:xfrm>
          <a:prstGeom prst="line">
            <a:avLst/>
          </a:prstGeom>
          <a:noFill/>
          <a:ln w="15875">
            <a:solidFill>
              <a:srgbClr val="00D4FF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65760" y="6473952"/>
            <a:ext cx="11430000" cy="0"/>
          </a:xfrm>
          <a:prstGeom prst="line">
            <a:avLst/>
          </a:prstGeom>
          <a:noFill/>
          <a:ln w="9525">
            <a:solidFill>
              <a:srgbClr val="2A3344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HENRY THE HOOVER · henrythehoover.com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11064240" y="6510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▎ 06 / PIPELINE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candle to outcome — six stages.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737360"/>
            <a:ext cx="3657600" cy="19202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737360"/>
            <a:ext cx="64008" cy="19202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9019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9019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Detection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3774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scans the latest 30 candles every 30s for BOS, sweep, or ICT patterns.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657600" cy="19202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960" y="1737360"/>
            <a:ext cx="64008" cy="192024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19019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E5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120640" y="19019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Pre-AI Filter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0560" y="23774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0–85 confluence score from kill-zone, trigger strength, HTF align, funding bias, vol momentum. &lt;45 → reject.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92440" y="1737360"/>
            <a:ext cx="3657600" cy="19202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92440" y="1737360"/>
            <a:ext cx="64008" cy="19202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75320" y="19019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961120" y="19019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Analysis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21040" y="23774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4.6 receives 11 data sources and emits JSON: entry, SL, TP, RR, confidence, BE plan.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3840480"/>
            <a:ext cx="3657600" cy="19202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840480"/>
            <a:ext cx="64008" cy="1920240"/>
          </a:xfrm>
          <a:prstGeom prst="rect">
            <a:avLst/>
          </a:prstGeom>
          <a:solidFill>
            <a:srgbClr val="FFB830"/>
          </a:solidFill>
          <a:ln w="12700">
            <a:solidFill>
              <a:srgbClr val="FFB83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00507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280160" y="400507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RR&lt;1.5 auto-downgrades to NO TRADE. Wrong-side BE notes are corrected to halfway-to-TP.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51960" y="3840480"/>
            <a:ext cx="3657600" cy="19202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51960" y="3840480"/>
            <a:ext cx="64008" cy="19202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34840" y="400507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120640" y="400507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Monitor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48056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tracks price every 30s for entry hit, BE level, TP, SL, BE-stop, expiry.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92440" y="3840480"/>
            <a:ext cx="3657600" cy="192024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3840480"/>
            <a:ext cx="64008" cy="192024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75320" y="400507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E5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961120" y="400507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Logging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32104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Auto-logs to Supabase. Posts a rich Discord journal embed with running stats per pair.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069080" y="2697480"/>
            <a:ext cx="182880" cy="0"/>
          </a:xfrm>
          <a:prstGeom prst="line">
            <a:avLst/>
          </a:prstGeom>
          <a:noFill/>
          <a:ln w="19050">
            <a:solidFill>
              <a:srgbClr val="00D4F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909560" y="2697480"/>
            <a:ext cx="182880" cy="0"/>
          </a:xfrm>
          <a:prstGeom prst="line">
            <a:avLst/>
          </a:prstGeom>
          <a:noFill/>
          <a:ln w="19050">
            <a:solidFill>
              <a:srgbClr val="00D4FF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069080" y="4800600"/>
            <a:ext cx="182880" cy="0"/>
          </a:xfrm>
          <a:prstGeom prst="line">
            <a:avLst/>
          </a:prstGeom>
          <a:noFill/>
          <a:ln w="19050">
            <a:solidFill>
              <a:srgbClr val="00D4FF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909560" y="4800600"/>
            <a:ext cx="182880" cy="0"/>
          </a:xfrm>
          <a:prstGeom prst="line">
            <a:avLst/>
          </a:prstGeom>
          <a:noFill/>
          <a:ln w="19050">
            <a:solidFill>
              <a:srgbClr val="00D4FF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921240" y="3657600"/>
            <a:ext cx="0" cy="182880"/>
          </a:xfrm>
          <a:prstGeom prst="line">
            <a:avLst/>
          </a:prstGeom>
          <a:noFill/>
          <a:ln w="19050">
            <a:solidFill>
              <a:srgbClr val="00D4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760" y="6473952"/>
            <a:ext cx="11430000" cy="0"/>
          </a:xfrm>
          <a:prstGeom prst="line">
            <a:avLst/>
          </a:prstGeom>
          <a:noFill/>
          <a:ln w="9525">
            <a:solidFill>
              <a:srgbClr val="2A334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HENRY THE HOOVER · henrythehoover.com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064240" y="6510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▎ 07 / CONFLUENCE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11 data sources Henry feeds the model.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737360"/>
            <a:ext cx="2743200" cy="141732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737360"/>
            <a:ext cx="64008" cy="14173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12140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detection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45059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 / sweep / OB mitigation / FVG-in-OTE — what fired the scan.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1737360"/>
            <a:ext cx="2743200" cy="141732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6120" y="1737360"/>
            <a:ext cx="64008" cy="14173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29000" y="212140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Multi-timeframe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29000" y="245059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 + 4H candles for higher-timeframe bias and structure.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72200" y="1737360"/>
            <a:ext cx="2743200" cy="141732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737360"/>
            <a:ext cx="64008" cy="14173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12140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corr · DXY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55080" y="245059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for crypto, DXY for gold/metals/oil — macro reference.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098280" y="1737360"/>
            <a:ext cx="2743200" cy="141732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98280" y="1737360"/>
            <a:ext cx="64008" cy="14173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81160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81160" y="212140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rate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281160" y="245059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positioning extremes that punish trapped late entries.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3337560"/>
            <a:ext cx="2743200" cy="141732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3337560"/>
            <a:ext cx="64008" cy="14173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4747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372160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interest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2920" y="405079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Conviction read — rising OI with directional flow = real participation.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3337560"/>
            <a:ext cx="2743200" cy="141732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46120" y="3337560"/>
            <a:ext cx="64008" cy="14173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29000" y="34747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29000" y="372160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heatmap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429000" y="405079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highs/lows and equal H/L — where stops cluster.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172200" y="3337560"/>
            <a:ext cx="2743200" cy="141732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72200" y="3337560"/>
            <a:ext cx="64008" cy="14173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5080" y="34747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355080" y="372160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flow / footprint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355080" y="405079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Buy-sell delta, POC, imbalances inside the trigger candle.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098280" y="3337560"/>
            <a:ext cx="2743200" cy="141732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098280" y="3337560"/>
            <a:ext cx="64008" cy="14173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281160" y="34747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281160" y="372160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CVD trend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281160" y="405079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5-window cumulative volume delta to confirm or fade aggression.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20040" y="4937760"/>
            <a:ext cx="2743200" cy="141732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0040" y="4937760"/>
            <a:ext cx="64008" cy="14173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2920" y="5074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02920" y="532180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Cross-broker check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02920" y="565099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Weex / Binance / Hyperliquid agreement — catches one-venue prints.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246120" y="4937760"/>
            <a:ext cx="2743200" cy="141732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46120" y="4937760"/>
            <a:ext cx="64008" cy="14173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29000" y="5074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429000" y="532180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headlines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3429000" y="565099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Sentiment-tagged RSS so the model sees what just hit the wire.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172200" y="4937760"/>
            <a:ext cx="2743200" cy="141732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72200" y="4937760"/>
            <a:ext cx="64008" cy="14173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55080" y="5074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6355080" y="532180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calendar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6355080" y="565099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High-impact events in the next 4h, so it can sit on its hands.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9098280" y="4937760"/>
            <a:ext cx="2743200" cy="1417320"/>
          </a:xfrm>
          <a:prstGeom prst="rect">
            <a:avLst/>
          </a:prstGeom>
          <a:solidFill>
            <a:srgbClr val="0E2734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098280" y="4937760"/>
            <a:ext cx="64008" cy="141732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281160" y="51206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E5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INSTITUTIONAL-GRADE CONTEXT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9281160" y="544068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signal sees what a desk sees — without you stitching tabs together.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65760" y="6473952"/>
            <a:ext cx="11430000" cy="0"/>
          </a:xfrm>
          <a:prstGeom prst="line">
            <a:avLst/>
          </a:prstGeom>
          <a:noFill/>
          <a:ln w="9525">
            <a:solidFill>
              <a:srgbClr val="2A334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HENRY THE HOOVER · henrythehoover.com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1064240" y="6510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▎ 08 / COST CONTROL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Pre-AI confluence filter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737360"/>
            <a:ext cx="5943600" cy="429768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37360"/>
            <a:ext cx="64008" cy="429768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87452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before expensive.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33172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 trigger from local signals before paying for an LLM call. Let weak setups die for free.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108960"/>
            <a:ext cx="5577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6 components, max 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Threshold tunable (default 45)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Cuts ~40% of weak triggers without losing good signals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Estimated savings: $5–10/day at moderate scan rate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675120" y="1737360"/>
            <a:ext cx="5029200" cy="429768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75120" y="1737360"/>
            <a:ext cx="64008" cy="429768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0" y="18745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COMPONENTS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0" y="2286000"/>
            <a:ext cx="4663440" cy="411480"/>
          </a:xfrm>
          <a:prstGeom prst="rect">
            <a:avLst/>
          </a:prstGeom>
          <a:solidFill>
            <a:srgbClr val="161A23"/>
          </a:solidFill>
          <a:ln w="6350">
            <a:solidFill>
              <a:srgbClr val="1F27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95160" y="22860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Kill-zone alignment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332720" y="22860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pts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0" y="2788920"/>
            <a:ext cx="4663440" cy="411480"/>
          </a:xfrm>
          <a:prstGeom prst="rect">
            <a:avLst/>
          </a:prstGeom>
          <a:solidFill>
            <a:srgbClr val="161A23"/>
          </a:solidFill>
          <a:ln w="6350">
            <a:solidFill>
              <a:srgbClr val="1F27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95160" y="2788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strength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332720" y="2788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pts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0" y="3291840"/>
            <a:ext cx="4663440" cy="411480"/>
          </a:xfrm>
          <a:prstGeom prst="rect">
            <a:avLst/>
          </a:prstGeom>
          <a:solidFill>
            <a:srgbClr val="161A23"/>
          </a:solidFill>
          <a:ln w="6350">
            <a:solidFill>
              <a:srgbClr val="1F27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95160" y="32918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HTF (4H) alignment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332720" y="3291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pts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0" y="3794760"/>
            <a:ext cx="4663440" cy="411480"/>
          </a:xfrm>
          <a:prstGeom prst="rect">
            <a:avLst/>
          </a:prstGeom>
          <a:solidFill>
            <a:srgbClr val="161A23"/>
          </a:solidFill>
          <a:ln w="6350">
            <a:solidFill>
              <a:srgbClr val="1F27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95160" y="3794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bias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332720" y="37947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pts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0" y="4297680"/>
            <a:ext cx="4663440" cy="411480"/>
          </a:xfrm>
          <a:prstGeom prst="rect">
            <a:avLst/>
          </a:prstGeom>
          <a:solidFill>
            <a:srgbClr val="161A23"/>
          </a:solidFill>
          <a:ln w="6350">
            <a:solidFill>
              <a:srgbClr val="1F273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9516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momentum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332720" y="4297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pts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858000" y="4800600"/>
            <a:ext cx="4663440" cy="411480"/>
          </a:xfrm>
          <a:prstGeom prst="rect">
            <a:avLst/>
          </a:prstGeom>
          <a:solidFill>
            <a:srgbClr val="161A23"/>
          </a:solidFill>
          <a:ln w="6350">
            <a:solidFill>
              <a:srgbClr val="1F27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9516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Cross-broker agreement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332720" y="48006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pts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858000" y="5440680"/>
            <a:ext cx="4663440" cy="457200"/>
          </a:xfrm>
          <a:prstGeom prst="rect">
            <a:avLst/>
          </a:prstGeom>
          <a:solidFill>
            <a:srgbClr val="0E2734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95160" y="544068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5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Threshold 45/85 · weak triggers killed before AI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6473952"/>
            <a:ext cx="11430000" cy="0"/>
          </a:xfrm>
          <a:prstGeom prst="line">
            <a:avLst/>
          </a:prstGeom>
          <a:noFill/>
          <a:ln w="9525">
            <a:solidFill>
              <a:srgbClr val="2A334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HENRY THE HOOVER · henrythehoover.com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064240" y="6510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▎ 09 / SCAN ENGINE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Auto-scan engine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737360"/>
            <a:ext cx="3657600" cy="128016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737360"/>
            <a:ext cx="64008" cy="128016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874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WATCHLIST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212140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94360" y="2606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available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657600" cy="128016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960" y="1737360"/>
            <a:ext cx="64008" cy="128016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1874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 INTERVAL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434840" y="212140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30s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434840" y="2606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pair · all in parallel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92440" y="1737360"/>
            <a:ext cx="3657600" cy="128016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92440" y="1737360"/>
            <a:ext cx="64008" cy="1280160"/>
          </a:xfrm>
          <a:prstGeom prst="rect">
            <a:avLst/>
          </a:prstGeom>
          <a:solidFill>
            <a:srgbClr val="FFB830"/>
          </a:solidFill>
          <a:ln w="12700">
            <a:solidFill>
              <a:srgbClr val="FFB8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75320" y="1874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DEAD-ZONE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75320" y="212140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1hr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275320" y="2606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cooldown 22:00–08:00 UTC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246120"/>
            <a:ext cx="11247120" cy="274320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246120"/>
            <a:ext cx="64008" cy="27432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PER-PAIR STATE MACHINE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pair runs its own state — 21 in parallel.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41148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161A23"/>
          </a:solidFill>
          <a:ln w="15875">
            <a:solidFill>
              <a:srgbClr val="00D4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4114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SCANNING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734056" y="4480560"/>
            <a:ext cx="246888" cy="0"/>
          </a:xfrm>
          <a:prstGeom prst="line">
            <a:avLst/>
          </a:prstGeom>
          <a:noFill/>
          <a:ln w="15875">
            <a:solidFill>
              <a:srgbClr val="2A334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017520" y="41148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161A23"/>
          </a:solidFill>
          <a:ln w="15875">
            <a:solidFill>
              <a:srgbClr val="FFB83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17520" y="4114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B8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WAITING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882896" y="4480560"/>
            <a:ext cx="246888" cy="0"/>
          </a:xfrm>
          <a:prstGeom prst="line">
            <a:avLst/>
          </a:prstGeom>
          <a:noFill/>
          <a:ln w="15875">
            <a:solidFill>
              <a:srgbClr val="2A334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166360" y="41148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161A23"/>
          </a:solidFill>
          <a:ln w="15875">
            <a:solidFill>
              <a:srgbClr val="00E5A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66360" y="4114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00E5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IN-TRADE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031736" y="4480560"/>
            <a:ext cx="246888" cy="0"/>
          </a:xfrm>
          <a:prstGeom prst="line">
            <a:avLst/>
          </a:prstGeom>
          <a:noFill/>
          <a:ln w="15875">
            <a:solidFill>
              <a:srgbClr val="2A334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315200" y="41148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161A23"/>
          </a:solidFill>
          <a:ln w="15875">
            <a:solidFill>
              <a:srgbClr val="7A839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4114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COOLDOWN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180576" y="4480560"/>
            <a:ext cx="246888" cy="0"/>
          </a:xfrm>
          <a:prstGeom prst="line">
            <a:avLst/>
          </a:prstGeom>
          <a:noFill/>
          <a:ln w="15875">
            <a:solidFill>
              <a:srgbClr val="2A334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464040" y="41148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161A23"/>
          </a:solidFill>
          <a:ln w="15875">
            <a:solidFill>
              <a:srgbClr val="FF44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64040" y="4114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44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PAUSED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" y="5212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shows a live mini-card grid — every watchlist pair, every state, in real time.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" y="55321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Per-pair cooldown 3–15 min · user-configurable.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760" y="6473952"/>
            <a:ext cx="11430000" cy="0"/>
          </a:xfrm>
          <a:prstGeom prst="line">
            <a:avLst/>
          </a:prstGeom>
          <a:noFill/>
          <a:ln w="9525">
            <a:solidFill>
              <a:srgbClr val="2A334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HENRY THE HOOVER · henrythehoover.com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064240" y="6510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▎ 10 / RISK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management — built into the engine.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783080"/>
            <a:ext cx="3657600" cy="187452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783080"/>
            <a:ext cx="64008" cy="1874520"/>
          </a:xfrm>
          <a:prstGeom prst="rect">
            <a:avLst/>
          </a:prstGeom>
          <a:solidFill>
            <a:srgbClr val="FF4466"/>
          </a:solidFill>
          <a:ln w="12700">
            <a:solidFill>
              <a:srgbClr val="FF44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94767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44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RR FLOOR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reward:risk gate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signal with RR &lt; 1.5 is auto-downgraded to NO TRADE. The model can't talk you into bad math.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1783080"/>
            <a:ext cx="3657600" cy="187452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960" y="1783080"/>
            <a:ext cx="64008" cy="1874520"/>
          </a:xfrm>
          <a:prstGeom prst="rect">
            <a:avLst/>
          </a:prstGeom>
          <a:solidFill>
            <a:srgbClr val="FFB830"/>
          </a:solidFill>
          <a:ln w="12700">
            <a:solidFill>
              <a:srgbClr val="FFB8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194767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CIRCUIT BREAKER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480560" y="22402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on losing streaks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0560" y="265176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SLs on the same pair in 24h → pause that pair for 6h.   3 SLs across any pairs in 4h → 2h global pause.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92440" y="1783080"/>
            <a:ext cx="3657600" cy="187452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92440" y="1783080"/>
            <a:ext cx="64008" cy="18745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194767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BE-STOP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22402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breakeven exit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21040" y="265176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price returns to entry after the BE alert fires, it's logged as breakeven — not held to original SL.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331720" y="3840480"/>
            <a:ext cx="3657600" cy="187452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31720" y="3840480"/>
            <a:ext cx="64008" cy="187452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400507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E5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 NOTE FIX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560320" y="42976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Wrong-side BE auto-correction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560320" y="470916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sometimes places BE on the SL side of entry. The validator catches it and snaps to halfway-to-TP.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3840480"/>
            <a:ext cx="3657600" cy="187452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72200" y="3840480"/>
            <a:ext cx="64008" cy="18745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400507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 WATCHER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42976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before drawing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0" y="470916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Waits for a 1m / 5m bullish or bearish pattern inside the entry zone before publishing the signal card.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6473952"/>
            <a:ext cx="11430000" cy="0"/>
          </a:xfrm>
          <a:prstGeom prst="line">
            <a:avLst/>
          </a:prstGeom>
          <a:noFill/>
          <a:ln w="9525">
            <a:solidFill>
              <a:srgbClr val="2A33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HENRY THE HOOVER · henrythehoover.com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064240" y="6510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▎ 11 / MONITOR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monitoring loop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737360"/>
            <a:ext cx="5852160" cy="429768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37360"/>
            <a:ext cx="64008" cy="429768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8745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is the canonical observer.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85800" y="23317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long-running monitor checks every active trade every 30 seconds and reconciles state with Supabase.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246120"/>
            <a:ext cx="5486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Detects entry hit, BE level, TP, SL, BE-stop, expiry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Server + browser monitor (deduped — server posts to Discord)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Auto-logs outcomes to Supabase signals table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Resilient logger backfills DB rows from in-memory state if save failed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583680" y="1737360"/>
            <a:ext cx="5120640" cy="4297680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0" y="1737360"/>
            <a:ext cx="64008" cy="429768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E5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TRADE LIFECYCLE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0" y="2450592"/>
            <a:ext cx="201168" cy="201168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8584" y="2651760"/>
            <a:ext cx="0" cy="347472"/>
          </a:xfrm>
          <a:prstGeom prst="line">
            <a:avLst/>
          </a:prstGeom>
          <a:noFill/>
          <a:ln w="15875">
            <a:solidFill>
              <a:srgbClr val="2A33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78040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59536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emits entry / SL / TP / BE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0" y="3163824"/>
            <a:ext cx="201168" cy="201168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58584" y="3364992"/>
            <a:ext cx="0" cy="347472"/>
          </a:xfrm>
          <a:prstGeom prst="line">
            <a:avLst/>
          </a:prstGeom>
          <a:noFill/>
          <a:ln w="15875">
            <a:solidFill>
              <a:srgbClr val="2A33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78040" y="299923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95360" y="29992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reaches entry zone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58000" y="3877056"/>
            <a:ext cx="201168" cy="201168"/>
          </a:xfrm>
          <a:prstGeom prst="ellipse">
            <a:avLst/>
          </a:prstGeom>
          <a:solidFill>
            <a:srgbClr val="FFB830"/>
          </a:solidFill>
          <a:ln w="12700">
            <a:solidFill>
              <a:srgbClr val="FFB8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58584" y="4078224"/>
            <a:ext cx="0" cy="347472"/>
          </a:xfrm>
          <a:prstGeom prst="line">
            <a:avLst/>
          </a:prstGeom>
          <a:noFill/>
          <a:ln w="15875">
            <a:solidFill>
              <a:srgbClr val="2A33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78040" y="3712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B8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95360" y="371246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to TP — alert + move SL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0" y="4590288"/>
            <a:ext cx="201168" cy="201168"/>
          </a:xfrm>
          <a:prstGeom prst="ellipse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58584" y="4791456"/>
            <a:ext cx="0" cy="347472"/>
          </a:xfrm>
          <a:prstGeom prst="line">
            <a:avLst/>
          </a:prstGeom>
          <a:noFill/>
          <a:ln w="15875">
            <a:solidFill>
              <a:srgbClr val="2A33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78040" y="442569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E5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595360" y="442569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/ SL / BE-stop / expiry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58000" y="5303520"/>
            <a:ext cx="201168" cy="20116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040" y="51389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595360" y="51389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+ Discord journal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6473952"/>
            <a:ext cx="11430000" cy="0"/>
          </a:xfrm>
          <a:prstGeom prst="line">
            <a:avLst/>
          </a:prstGeom>
          <a:noFill/>
          <a:ln w="9525">
            <a:solidFill>
              <a:srgbClr val="2A334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HENRY THE HOOVER · henrythehoover.com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064240" y="6510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▎ 12 / NOTIFICATIONS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Discord, push, and embeds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8620" y="1783080"/>
            <a:ext cx="5577840" cy="201168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8620" y="1783080"/>
            <a:ext cx="64008" cy="201168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7220" y="1965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AUTO-SCAN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94860" y="1947672"/>
            <a:ext cx="1188720" cy="274320"/>
          </a:xfrm>
          <a:prstGeom prst="rect">
            <a:avLst/>
          </a:prstGeom>
          <a:solidFill>
            <a:srgbClr val="161A23"/>
          </a:solidFill>
          <a:ln w="9525">
            <a:solidFill>
              <a:srgbClr val="00D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4860" y="19476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#F1F2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7220" y="22860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+ signal posts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17220" y="274320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embed: pair · TF · entry · SL · TP · RR · confidence · trigger type. Color-coded long/short/skip.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95060" y="1783080"/>
            <a:ext cx="5577840" cy="201168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95060" y="1783080"/>
            <a:ext cx="64008" cy="2011680"/>
          </a:xfrm>
          <a:prstGeom prst="rect">
            <a:avLst/>
          </a:prstGeom>
          <a:solidFill>
            <a:srgbClr val="FFB830"/>
          </a:solidFill>
          <a:ln w="12700">
            <a:solidFill>
              <a:srgbClr val="FFB8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23660" y="1965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B8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0401300" y="1947672"/>
            <a:ext cx="1188720" cy="274320"/>
          </a:xfrm>
          <a:prstGeom prst="rect">
            <a:avLst/>
          </a:prstGeom>
          <a:solidFill>
            <a:srgbClr val="161A23"/>
          </a:solidFill>
          <a:ln w="9525">
            <a:solidFill>
              <a:srgbClr val="FFB83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01300" y="19476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B8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#AB12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23660" y="22860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state digest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23660" y="274320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15 min. One embed showing every watchlist pair's state — scanning / waiting / in-trade / cooldown.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88620" y="4023360"/>
            <a:ext cx="5577840" cy="201168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8620" y="4023360"/>
            <a:ext cx="64008" cy="201168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7220" y="4206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E5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JOURNAL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94860" y="4187952"/>
            <a:ext cx="1188720" cy="274320"/>
          </a:xfrm>
          <a:prstGeom prst="rect">
            <a:avLst/>
          </a:prstGeom>
          <a:solidFill>
            <a:srgbClr val="161A23"/>
          </a:solidFill>
          <a:ln w="9525">
            <a:solidFill>
              <a:srgbClr val="00E5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94860" y="4187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E5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#9CD0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7220" y="452628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trade journal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17220" y="498348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TP / SL / BE outcome posts a journal embed with running stats per pair (win rate, R total).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95060" y="4023360"/>
            <a:ext cx="5577840" cy="201168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95060" y="4023360"/>
            <a:ext cx="64008" cy="20116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23660" y="4206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 PUSH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401300" y="4187952"/>
            <a:ext cx="1188720" cy="274320"/>
          </a:xfrm>
          <a:prstGeom prst="rect">
            <a:avLst/>
          </a:prstGeom>
          <a:solidFill>
            <a:srgbClr val="161A23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01300" y="4187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#PUSH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23660" y="452628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notifications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423660" y="498348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VAPID-signed push for entry / BE / TP / SL even when the browser is closed and the laptop is asleep.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6473952"/>
            <a:ext cx="11430000" cy="0"/>
          </a:xfrm>
          <a:prstGeom prst="line">
            <a:avLst/>
          </a:prstGeom>
          <a:noFill/>
          <a:ln w="9525">
            <a:solidFill>
              <a:srgbClr val="2A334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HENRY THE HOOVER · henrythehoover.com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064240" y="6510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▎ 13 / VALIDATION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dashboard &amp; backtest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737360"/>
            <a:ext cx="5669280" cy="429768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37360"/>
            <a:ext cx="64008" cy="429768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8745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E5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PERFORMANCE  ·  /performance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21945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what actually works.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85800" y="278892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Win rate by pair, trigger, session, UTC hour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Cumulative R chart (live equity curve)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Best 10 / worst 10 trades — drilldown view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Filter by date range, mode, trigger type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5212080"/>
            <a:ext cx="5303520" cy="640080"/>
          </a:xfrm>
          <a:prstGeom prst="rect">
            <a:avLst/>
          </a:prstGeom>
          <a:solidFill>
            <a:srgbClr val="161A23"/>
          </a:solidFill>
          <a:ln w="6350">
            <a:solidFill>
              <a:srgbClr val="2A33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52120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auto-logged from the live monitor → no spreadsheet, no missed trades.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303520" cy="429768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1737360"/>
            <a:ext cx="64008" cy="4297680"/>
          </a:xfrm>
          <a:prstGeom prst="rect">
            <a:avLst/>
          </a:prstGeom>
          <a:solidFill>
            <a:srgbClr val="FFB830"/>
          </a:solidFill>
          <a:ln w="12700">
            <a:solidFill>
              <a:srgbClr val="FFB8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1874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B8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BACKTEST  ·  /backtest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629400" y="21945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prompt changes before going live.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29400" y="278892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Replays historical candles through the full pipeline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Trigger → pre-AI filter → AI → walk-forward outcome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Cost estimate preview before each run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Funnel view — what got rejected and why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29400" y="4617720"/>
            <a:ext cx="4937760" cy="1234440"/>
          </a:xfrm>
          <a:prstGeom prst="rect">
            <a:avLst/>
          </a:prstGeom>
          <a:solidFill>
            <a:srgbClr val="2A1E0E"/>
          </a:solidFill>
          <a:ln w="9525">
            <a:solidFill>
              <a:srgbClr val="FFB83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466344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B8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HONEST LIMITATIONS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766560" y="49377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Slippage = 0 · AI is non-deterministic · news, calendar, footprint not fully reconstructable historically.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6473952"/>
            <a:ext cx="11430000" cy="0"/>
          </a:xfrm>
          <a:prstGeom prst="line">
            <a:avLst/>
          </a:prstGeom>
          <a:noFill/>
          <a:ln w="9525">
            <a:solidFill>
              <a:srgbClr val="2A33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HENRY THE HOOVER · henrythehoover.com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64240" y="6510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▎ 14 / STACK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1874520"/>
            <a:ext cx="2743200" cy="182880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472" y="1874520"/>
            <a:ext cx="64008" cy="182880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20391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E5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0352" y="23774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22 + Express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0352" y="297180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modules · deployed on Railway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55264" y="1874520"/>
            <a:ext cx="2743200" cy="182880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55264" y="1874520"/>
            <a:ext cx="64008" cy="1828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38144" y="20391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438144" y="23774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4.6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38144" y="297180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direct · $3 / $15 per MTok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63056" y="1874520"/>
            <a:ext cx="2743200" cy="182880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3056" y="1874520"/>
            <a:ext cx="64008" cy="18288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20391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345936" y="23774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(Postgres)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45936" y="297180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RLS · service-role server-side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70848" y="1874520"/>
            <a:ext cx="2743200" cy="182880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70848" y="1874520"/>
            <a:ext cx="64008" cy="18288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53728" y="20391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253728" y="23774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cookies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53728" y="297180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reset · optional magic links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7472" y="3904488"/>
            <a:ext cx="2743200" cy="182880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3904488"/>
            <a:ext cx="64008" cy="1828800"/>
          </a:xfrm>
          <a:prstGeom prst="rect">
            <a:avLst/>
          </a:prstGeom>
          <a:solidFill>
            <a:srgbClr val="FFB830"/>
          </a:solidFill>
          <a:ln w="12700">
            <a:solidFill>
              <a:srgbClr val="FFB83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40690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30352" y="440740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 subscriptions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30352" y="500176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Webhook-reconciled · sandbox + live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55264" y="3904488"/>
            <a:ext cx="2743200" cy="182880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55264" y="3904488"/>
            <a:ext cx="64008" cy="18288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8144" y="40690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438144" y="440740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JS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438144" y="500176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framework · LightweightCharts overlays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63056" y="3904488"/>
            <a:ext cx="2743200" cy="182880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63056" y="3904488"/>
            <a:ext cx="64008" cy="182880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45936" y="40690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E5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STREAMING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45936" y="440740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for live prices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345936" y="500176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Multiplexed exchange WS · server-side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070848" y="3904488"/>
            <a:ext cx="2743200" cy="182880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070848" y="3904488"/>
            <a:ext cx="64008" cy="1828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253728" y="40690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9253728" y="440740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web-push (VAPID)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253728" y="500176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notifications even with app closed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47472" y="5934456"/>
            <a:ext cx="11466576" cy="640080"/>
          </a:xfrm>
          <a:prstGeom prst="rect">
            <a:avLst/>
          </a:prstGeom>
          <a:solidFill>
            <a:srgbClr val="161A23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47472" y="5934456"/>
            <a:ext cx="64008" cy="64008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0352" y="593445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719072" y="5934456"/>
            <a:ext cx="9912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· Docker · GitHub auto-deploy on push to main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65760" y="6473952"/>
            <a:ext cx="11430000" cy="0"/>
          </a:xfrm>
          <a:prstGeom prst="line">
            <a:avLst/>
          </a:prstGeom>
          <a:noFill/>
          <a:ln w="9525">
            <a:solidFill>
              <a:srgbClr val="2A334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HENRY THE HOOVER · henrythehoover.com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064240" y="6510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▎ 15 /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traders run Henry.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1783080"/>
            <a:ext cx="2743200" cy="132588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472" y="1783080"/>
            <a:ext cx="64008" cy="132588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41832" y="192024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11-source AI confluence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55264" y="1783080"/>
            <a:ext cx="2743200" cy="132588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55264" y="1783080"/>
            <a:ext cx="64008" cy="132588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38144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49624" y="192024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Multi-pair concurrent scanning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63056" y="1783080"/>
            <a:ext cx="2743200" cy="132588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783080"/>
            <a:ext cx="64008" cy="132588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757416" y="192024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autonomous (browser closed)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070848" y="1783080"/>
            <a:ext cx="2743200" cy="132588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1783080"/>
            <a:ext cx="64008" cy="132588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53728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65208" y="192024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Pre-AI filter saves ~40% on costs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47472" y="3310128"/>
            <a:ext cx="2743200" cy="132588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472" y="3310128"/>
            <a:ext cx="64008" cy="1325880"/>
          </a:xfrm>
          <a:prstGeom prst="rect">
            <a:avLst/>
          </a:prstGeom>
          <a:solidFill>
            <a:srgbClr val="FFB830"/>
          </a:solidFill>
          <a:ln w="12700">
            <a:solidFill>
              <a:srgbClr val="FFB83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447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41832" y="3447288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risk: RR floor + circuit breaker + BE detection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255264" y="3310128"/>
            <a:ext cx="2743200" cy="132588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55264" y="3310128"/>
            <a:ext cx="64008" cy="1325880"/>
          </a:xfrm>
          <a:prstGeom prst="rect">
            <a:avLst/>
          </a:prstGeom>
          <a:solidFill>
            <a:srgbClr val="FFB830"/>
          </a:solidFill>
          <a:ln w="12700">
            <a:solidFill>
              <a:srgbClr val="FFB83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8144" y="3447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849624" y="3447288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dashboard + backtest validation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163056" y="3310128"/>
            <a:ext cx="2743200" cy="132588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3056" y="3310128"/>
            <a:ext cx="64008" cy="13258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45936" y="3447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757416" y="3447288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 + push integration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9070848" y="3310128"/>
            <a:ext cx="2743200" cy="1325880"/>
          </a:xfrm>
          <a:prstGeom prst="rect">
            <a:avLst/>
          </a:prstGeom>
          <a:solidFill>
            <a:srgbClr val="11141B"/>
          </a:solidFill>
          <a:ln w="9525">
            <a:solidFill>
              <a:srgbClr val="1F273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70848" y="3310128"/>
            <a:ext cx="64008" cy="13258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53728" y="3447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65208" y="3447288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via Paddle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57200" y="4800600"/>
            <a:ext cx="11247120" cy="1280160"/>
          </a:xfrm>
          <a:prstGeom prst="rect">
            <a:avLst/>
          </a:prstGeom>
          <a:solidFill>
            <a:srgbClr val="11141B"/>
          </a:solidFill>
          <a:ln w="15875">
            <a:solidFill>
              <a:srgbClr val="00D4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4800600"/>
            <a:ext cx="64008" cy="128016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4983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SUBSCRIPTION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" y="52120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</a:t>
            </a:r>
            <a:endParaRPr lang="en-US" sz="5600" dirty="0"/>
          </a:p>
        </p:txBody>
      </p:sp>
      <p:sp>
        <p:nvSpPr>
          <p:cNvPr id="41" name="Text 39"/>
          <p:cNvSpPr/>
          <p:nvPr/>
        </p:nvSpPr>
        <p:spPr>
          <a:xfrm>
            <a:off x="2788920" y="5440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A8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month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7724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Billed via Paddle · cancel anytime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863840" y="5120640"/>
            <a:ext cx="3657600" cy="640080"/>
          </a:xfrm>
          <a:prstGeom prst="roundRect">
            <a:avLst>
              <a:gd name="adj" fmla="val 11429"/>
            </a:avLst>
          </a:prstGeom>
          <a:solidFill>
            <a:srgbClr val="0E2734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863840" y="5120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 SCANNING  →  henrythehoover.com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5760" y="6473952"/>
            <a:ext cx="11430000" cy="0"/>
          </a:xfrm>
          <a:prstGeom prst="line">
            <a:avLst/>
          </a:prstGeom>
          <a:noFill/>
          <a:ln w="9525">
            <a:solidFill>
              <a:srgbClr val="2A334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HENRY THE HOOVER · henrythehoover.com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64240" y="6510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Henry The Hoover — AI Futures Trading Terminal</dc:title>
  <dc:subject>PptxGenJS Presentation</dc:subject>
  <dc:creator>Henry The Hoover</dc:creator>
  <cp:lastModifiedBy>Henry The Hoover</cp:lastModifiedBy>
  <cp:revision>1</cp:revision>
  <dcterms:created xsi:type="dcterms:W3CDTF">2026-05-09T22:12:03Z</dcterms:created>
  <dcterms:modified xsi:type="dcterms:W3CDTF">2026-05-09T22:12:03Z</dcterms:modified>
</cp:coreProperties>
</file>